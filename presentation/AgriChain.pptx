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AgriChain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Blockchain-Based Agricultural Supply Chain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55A64"/>
                </a:solidFill>
              </a:rPr>
              <a:t>Blockchain Supply Chain Hackathon  ·  From Farm to Fork — Verified, Transparent, Traceable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Agricultural supply chains are opaque once produce leaves the farm.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455A64"/>
                </a:solidFill>
              </a:rPr>
              <a:t>– Food fraud: fake 'organic' claims, mislabelled origin, counterfeits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455A64"/>
                </a:solidFill>
              </a:rPr>
              <a:t>– No accountability: contamination can't be traced to its source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455A64"/>
                </a:solidFill>
              </a:rPr>
              <a:t>– Consumer distrust: no reliable way to verify what you buy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455A64"/>
                </a:solidFill>
              </a:rPr>
              <a:t>– Unfair farmer margins: middlemen obscure true origin and price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Records live in siloed spreadsheets and forgeable paper certificates.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Existing Systems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Centralised databases can be edited silently — no tamper-evidence.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Paper certificates are trivially forged or lost.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Siloed data: each actor keeps its own records; no shared truth.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No consumer-facing verification at the point of purchase.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Our Solution — AgriChain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Every batch gets a unique Batch ID (RICE-KONASE-2026-0001).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Each supply-chain event is an immutable, hash-linked block.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Any later edit breaks the chain and is detected instantly.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Compact record + data_hash on-chain; full data off-chain (scalable).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Consumers scan a QR code to verify the full journey.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AI scores risk + flags IoT anomalies; documents are hash-anchored.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System Architecture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25880"/>
            <a:ext cx="6272373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55A64"/>
                </a:solidFill>
              </a:rPr>
              <a:t>One authoritative ledger in the FastAPI backend; UI talks only over HTTP.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Backend / API: FastAPI, Uvicorn, Pydantic v2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Blockchain: custom Proof-of-Work engine (SHA-256, Python)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Off-chain store: SQLite (WAL mode)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Frontend: Streamlit + Plotly (9 role-based pages)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AI/ML: scikit-learn — RandomForest (risk) + IsolationForest (anomaly)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IoT: NumPy sensor simulation  ·  QR: qrcode + Pillow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Testing: pytest + httpx (21 tests)  ·  Deck: python-pptx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It Works — Batch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1. Register batch → HARVEST block mined + off-chain batch row.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2. Record events: QUALITY_CHECK → TRANSPORT → WAREHOUSE → PROCESSING → DISTRIBUTION → RETAIL.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3. Stream IoT telemetry → IsolationForest flags anomalies.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4. Generate QR → consumer scans → verify page.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5. Consumer sees Origin / Quality / Supply-chain / Blockchain ✓.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Each event is its own mined block; batch status advances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Blockchain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hash = SHA-256(index, timestamp, transactions, previous_hash, nonce).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455A64"/>
                </a:solidFill>
              </a:rPr>
              <a:t>– Stored hash is excluded from its own digest; canonical JSON (sort_keys).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Proof-of-Work: mine until hash has DIFFICULTY (=3) leading zeros.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Previous-hash linking chains every block to its predecessor.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is_chain_valid() re-derives every hash + checks all links.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455A64"/>
                </a:solidFill>
              </a:rPr>
              <a:t>– Editing a stored tx without re-mining → validation fails.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Live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1. Register a Rice batch on the dashboard.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2. Add QUALITY_CHECK + TRANSPORT events (watch blocks grow).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3. Stream IoT sensors with an injected 89°C spike → anomaly flagged.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4. Show the Blockchain Explorer (hashes, nonces, links).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5. Generate + scan the QR → Consumer verify page shows VERIFIED ✓.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6. Upload a certificate → hash recorded on-chain.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7. Then the money shot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Money Shot — Tamper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Silently edit a stored value WITHOUT re-mining: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455A64"/>
                </a:solidFill>
              </a:rPr>
              <a:t>– quantity_kg:  2500  →  9,999,999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Re-verify the chain:</a:t>
            </a:r>
          </a:p>
          <a:p>
            <a:pPr lvl="1">
              <a:spcAft>
                <a:spcPts val="800"/>
              </a:spcAft>
            </a:pPr>
            <a:r>
              <a:rPr sz="1800" b="0">
                <a:solidFill>
                  <a:srgbClr val="455A64"/>
                </a:solidFill>
              </a:rPr>
              <a:t>– chain_valid:  TRUE  →  FALSE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⚠ INTEGRITY COMPROMISED — the recomputed hash no longer matches.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Reset restores a clean, valid ledger. Reproduced offline in tamper_demo.py.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Explainable AI + IoT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325880"/>
            <a:ext cx="8001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55A64"/>
                </a:solidFill>
              </a:rPr>
              <a:t>Risk is driven mostly by temperature (0.44), delay (0.31), quality (0.17).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36-block seeded chain · 5 batches · 35 events · chain valid ✓.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21/21 automated tests passing (blockchain + API end-to-end).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Tamper detection demonstrably flips chain_valid to false on any edit.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Document verification: MATCH vs MODIFIED on a single changed byte.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All mandatory features + bonus (AI, IoT, documents) delivered.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Security — Q&amp;A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Tamper prevention: content hashing + PoW + prev-hash links.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On-chain = compact record + data_hash; off-chain = full data (bound by hash).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Documents: SHA-256 anchored on-chain → re-hash to detect edits.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Fake QR: only a pointer; the blockchain is the trust anchor.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Honest limits: single-node ledger + self-asserted identity (roadmap).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Permissioned multi-node network (e.g. Hyperledger Fabric) for consensus.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Per-actor digital signatures → non-repudiable events.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Real IoT hardware (LoRaWAN cold-chain sensors).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Mobile-first consumer PWA + multilingual QR landing pages.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B1B1B"/>
                </a:solidFill>
              </a:rPr>
              <a:t>• Smart-contract-style automated compliance rules.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14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AgriChain — Farm to Fork, Verified on the 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55A64"/>
                </a:solidFill>
              </a:rPr>
              <a:t>Questions?  ·  Live demo + code + docs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